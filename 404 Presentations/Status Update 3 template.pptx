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Wvrf103t8EpvSva7DRtdKkT+f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2C78A5-7828-4D56-8125-C42F795C17B3}">
  <a:tblStyle styleId="{292C78A5-7828-4D56-8125-C42F795C17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7bbda97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g337bbda973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7bbda973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0" name="Google Shape;70;g337bbda9730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7bbda973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6" name="Google Shape;76;g337bbda9730_0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7bbda973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" name="Google Shape;98;g337bbda9730_0_1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7bbda9730_0_1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37bbda973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7bbda973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1" name="Google Shape;111;g337bbda9730_0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7bbda9730_0_2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37bbda9730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7c0964aa1_1_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7c0964aa1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37c0964aa1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1" name="Google Shape;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3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36: Mesh Walkie Talkies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Bi-Weekly Update 3</a:t>
            </a:r>
            <a:br>
              <a:rPr lang="en-US"/>
            </a:br>
            <a:r>
              <a:rPr lang="en-US" sz="2455"/>
              <a:t>Cole Cieslewicz, Jaiah Steele, Junsu Yeo</a:t>
            </a:r>
            <a:br>
              <a:rPr lang="en-US" sz="2455"/>
            </a:br>
            <a:r>
              <a:rPr lang="en-US" sz="2455"/>
              <a:t>Sponsor: Giuseppe Rizzi</a:t>
            </a:r>
            <a:br>
              <a:rPr lang="en-US" sz="2455"/>
            </a:br>
            <a:r>
              <a:rPr lang="en-US" sz="2455"/>
              <a:t>TA: Niloofar Borzooei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7bbda9730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6" name="Google Shape;66;g337bbda9730_0_0"/>
          <p:cNvSpPr txBox="1"/>
          <p:nvPr>
            <p:ph idx="1" type="body"/>
          </p:nvPr>
        </p:nvSpPr>
        <p:spPr>
          <a:xfrm>
            <a:off x="457200" y="2049275"/>
            <a:ext cx="49122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Conventional Walkie-Talkies:</a:t>
            </a:r>
            <a:endParaRPr sz="2600"/>
          </a:p>
          <a:p>
            <a:pPr indent="-3365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Require close, limited communication</a:t>
            </a:r>
            <a:endParaRPr sz="2600"/>
          </a:p>
          <a:p>
            <a:pPr indent="-3365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No network advantage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Our solution:</a:t>
            </a:r>
            <a:endParaRPr sz="2600"/>
          </a:p>
          <a:p>
            <a:pPr indent="-3365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Mesh network to extend communication range and reliability. </a:t>
            </a:r>
            <a:endParaRPr sz="2600"/>
          </a:p>
        </p:txBody>
      </p:sp>
      <p:pic>
        <p:nvPicPr>
          <p:cNvPr id="67" name="Google Shape;67;g337bbda973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344" y="2264450"/>
            <a:ext cx="3505326" cy="35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7bbda9730_0_51"/>
          <p:cNvSpPr txBox="1"/>
          <p:nvPr>
            <p:ph type="title"/>
          </p:nvPr>
        </p:nvSpPr>
        <p:spPr>
          <a:xfrm>
            <a:off x="0" y="2731325"/>
            <a:ext cx="4242900" cy="19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Project/Subsystem Overview </a:t>
            </a:r>
            <a:endParaRPr/>
          </a:p>
        </p:txBody>
      </p:sp>
      <p:pic>
        <p:nvPicPr>
          <p:cNvPr id="73" name="Google Shape;73;g337bbda9730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950" y="351494"/>
            <a:ext cx="4927800" cy="625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7bbda9730_0_10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</a:t>
            </a:r>
            <a:endParaRPr/>
          </a:p>
        </p:txBody>
      </p:sp>
      <p:graphicFrame>
        <p:nvGraphicFramePr>
          <p:cNvPr id="79" name="Google Shape;79;g337bbda9730_0_101"/>
          <p:cNvGraphicFramePr/>
          <p:nvPr/>
        </p:nvGraphicFramePr>
        <p:xfrm>
          <a:off x="230909" y="2786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{292C78A5-7828-4D56-8125-C42F795C17B3}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38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Subsystem Designs and Testing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(completed </a:t>
                      </a:r>
                      <a:r>
                        <a:rPr lang="en-US" sz="1300"/>
                        <a:t>1/31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Integration of Power System and Launchpad </a:t>
                      </a:r>
                      <a:br>
                        <a:rPr lang="en-US" sz="1300">
                          <a:solidFill>
                            <a:schemeClr val="dk1"/>
                          </a:solidFill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(to complete by 2/26)</a:t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Integration of mesh network and audio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(to complete by 3/5)</a:t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3D printing walkie talkie case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3/12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Enclosing device and </a:t>
                      </a:r>
                      <a:r>
                        <a:rPr lang="en-US" sz="1300" u="none" cap="none" strike="noStrike"/>
                        <a:t>System Test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4/02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Validation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4/16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Demo and Report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4/28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" name="Google Shape;80;g337bbda9730_0_101"/>
          <p:cNvSpPr txBox="1"/>
          <p:nvPr/>
        </p:nvSpPr>
        <p:spPr>
          <a:xfrm>
            <a:off x="230900" y="5305550"/>
            <a:ext cx="5010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Key: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highlight>
                  <a:srgbClr val="00B050"/>
                </a:highlight>
              </a:rPr>
              <a:t>Green = Completed</a:t>
            </a:r>
            <a:endParaRPr sz="1700">
              <a:solidFill>
                <a:schemeClr val="dk1"/>
              </a:solidFill>
              <a:highlight>
                <a:srgbClr val="00B05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highlight>
                  <a:srgbClr val="FFFF00"/>
                </a:highlight>
              </a:rPr>
              <a:t>Yellow = In Progress</a:t>
            </a: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White = Have not started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457200" y="9574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Push-To-Talk/RF Subsystem</a:t>
            </a:r>
            <a:br>
              <a:rPr lang="en-US"/>
            </a:br>
            <a:r>
              <a:rPr lang="en-US" sz="1700"/>
              <a:t>Jaiah Steele</a:t>
            </a:r>
            <a:endParaRPr sz="1700"/>
          </a:p>
        </p:txBody>
      </p:sp>
      <p:graphicFrame>
        <p:nvGraphicFramePr>
          <p:cNvPr id="86" name="Google Shape;86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{292C78A5-7828-4D56-8125-C42F795C17B3}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4777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-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Spent 15 hours working on integrating TX and RX functionality into a unified firmware, but full integration is still in progress. 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-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Identified issues with LCD updates and packet synchronization, which are causing delays in properly displaying transmission status.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-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Fixing inconsistencies in switching between transmitting and receiving modes.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-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Complete integration of TX/RX system to allow seamless communication between LaunchPads.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-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Fix LCD status update issues so that transmission and reception states are clearly displayed.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-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Perform functional testing of integrated communication, ensuring packets are transmitted, received, and acknowledged correctly.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Push-To-Talk/RF Subsystem - Jaiah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2" name="Google Shape;9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137" y="1589475"/>
            <a:ext cx="3475524" cy="2983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89475"/>
            <a:ext cx="3558600" cy="29836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 txBox="1"/>
          <p:nvPr/>
        </p:nvSpPr>
        <p:spPr>
          <a:xfrm>
            <a:off x="767488" y="4573075"/>
            <a:ext cx="3910800" cy="18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How it works: </a:t>
            </a:r>
            <a:r>
              <a:rPr b="1" lang="en-US" sz="1500">
                <a:solidFill>
                  <a:schemeClr val="dk1"/>
                </a:solidFill>
              </a:rPr>
              <a:t>RF @ 868 MHz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Transmits packets when a button is pressed.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Listens for packets when idle.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Receives and immediately forwards packets to simulate mesh communication using an echo function (more hops, increased latency, negligible at small distances).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4631775" y="4631400"/>
            <a:ext cx="35586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Each packet is </a:t>
            </a:r>
            <a:r>
              <a:rPr b="1" lang="en-US" sz="1500">
                <a:solidFill>
                  <a:schemeClr val="dk1"/>
                </a:solidFill>
              </a:rPr>
              <a:t>30</a:t>
            </a:r>
            <a:r>
              <a:rPr lang="en-US" sz="1500">
                <a:solidFill>
                  <a:schemeClr val="dk1"/>
                </a:solidFill>
              </a:rPr>
              <a:t> bytes long and includes: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2-byte sequence number (increments with each packet).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28 bytes of random payload data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For the future: Store 28 bytes of compressed audio in each packet/stream.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7bbda9730_0_152"/>
          <p:cNvSpPr txBox="1"/>
          <p:nvPr>
            <p:ph type="title"/>
          </p:nvPr>
        </p:nvSpPr>
        <p:spPr>
          <a:xfrm>
            <a:off x="457200" y="9949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Mesh Connection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Cole Cieslewicz</a:t>
            </a:r>
            <a:endParaRPr sz="2980"/>
          </a:p>
        </p:txBody>
      </p:sp>
      <p:graphicFrame>
        <p:nvGraphicFramePr>
          <p:cNvPr id="101" name="Google Shape;101;g337bbda9730_0_152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{292C78A5-7828-4D56-8125-C42F795C17B3}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Continued working to integrate audio functionality with my transmission code.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Downloaded a variety of software codecs to attempt implementation.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Removed UART functionality.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Software codecs implemented in code to get error-less code.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Integrating with Jaiah’s audio/LCD system.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Testing audio transmission.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Testing mesh functionality with new PCB.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7bbda9730_0_157"/>
          <p:cNvSpPr txBox="1"/>
          <p:nvPr>
            <p:ph idx="1" type="body"/>
          </p:nvPr>
        </p:nvSpPr>
        <p:spPr>
          <a:xfrm>
            <a:off x="284000" y="2905850"/>
            <a:ext cx="4787700" cy="3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Software Codecs Being Implemented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ADPCM, </a:t>
            </a:r>
            <a:r>
              <a:rPr lang="en-US" sz="1800"/>
              <a:t>Speex, TI Hardware Codec, U-Law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Implementation with CC3200 is challenging, but necessary, and so far has had limited success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Audio not able to be tested with mesh combined until this is figured out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07" name="Google Shape;107;g337bbda9730_0_157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Mesh Connection Functionality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Cole Cieslewicz</a:t>
            </a:r>
            <a:endParaRPr sz="2980"/>
          </a:p>
        </p:txBody>
      </p:sp>
      <p:pic>
        <p:nvPicPr>
          <p:cNvPr id="108" name="Google Shape;108;g337bbda9730_0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248" y="2124327"/>
            <a:ext cx="3410942" cy="4547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7bbda9730_0_20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Junsu Yeo</a:t>
            </a:r>
            <a:endParaRPr/>
          </a:p>
        </p:txBody>
      </p:sp>
      <p:graphicFrame>
        <p:nvGraphicFramePr>
          <p:cNvPr id="114" name="Google Shape;114;g337bbda9730_0_208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{292C78A5-7828-4D56-8125-C42F795C17B3}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Final PCB &amp; Components arrived.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Assembly of power components.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The PCB successfully powers all components.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Audio(AudBoost, Mic, Speaker)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LCD Display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Launchpad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Completed battery life test (24hrs).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Finish assembly of board (battery charger &amp; protection).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Start looking into solidworks or fusion360 or inventor to design the outer case of the walkie talkie.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Work on the case design.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7bbda9730_0_214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Junsu Yeo</a:t>
            </a:r>
            <a:endParaRPr/>
          </a:p>
        </p:txBody>
      </p:sp>
      <p:pic>
        <p:nvPicPr>
          <p:cNvPr id="120" name="Google Shape;120;g337bbda9730_0_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99625"/>
            <a:ext cx="2992301" cy="3989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37bbda9730_0_2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5850" y="2199625"/>
            <a:ext cx="2992301" cy="3989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37bbda9730_0_2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1698" y="2440127"/>
            <a:ext cx="2992300" cy="3295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4307400" y="104700"/>
            <a:ext cx="4836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28" name="Google Shape;12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0800"/>
            <a:ext cx="8839202" cy="5429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7c0964aa1_1_4"/>
          <p:cNvSpPr txBox="1"/>
          <p:nvPr>
            <p:ph type="title"/>
          </p:nvPr>
        </p:nvSpPr>
        <p:spPr>
          <a:xfrm>
            <a:off x="4136850" y="86650"/>
            <a:ext cx="49068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Table</a:t>
            </a:r>
            <a:endParaRPr/>
          </a:p>
        </p:txBody>
      </p:sp>
      <p:pic>
        <p:nvPicPr>
          <p:cNvPr id="135" name="Google Shape;135;g337c0964aa1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788" y="890349"/>
            <a:ext cx="8542425" cy="590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457200" y="1608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Thank you!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