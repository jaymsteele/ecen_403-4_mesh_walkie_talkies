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5tM/qFTcLyy2Tyg7YZqU8SKkQ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A87406-90BC-453F-8505-2E625A9E11B9}">
  <a:tblStyle styleId="{11A87406-90BC-453F-8505-2E625A9E11B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31565F9-1273-4D76-885E-67D547F5BAE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80396b278_0_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80396b27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280396b27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c20d54bb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5" name="Google Shape;105;g32c20d54bbd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c20d54bb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4" name="Google Shape;114;g32c20d54bbd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80396b278_2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80396b278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280396b278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8.jp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GlGHDCXllPXfUSo7JEncohQZYe2ccK_d/view" TargetMode="External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36: Mesh Walkie Talkies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1</a:t>
            </a:r>
            <a:br>
              <a:rPr lang="en-US"/>
            </a:br>
            <a:r>
              <a:rPr lang="en-US" sz="2455"/>
              <a:t>Jaiah Steele, Cole Cieslewicz, Junsu Yeo </a:t>
            </a:r>
            <a:br>
              <a:rPr lang="en-US" sz="2455"/>
            </a:br>
            <a:r>
              <a:rPr lang="en-US" sz="2455"/>
              <a:t>Sponsor: Giuseppe Rizzi</a:t>
            </a:r>
            <a:br>
              <a:rPr lang="en-US" sz="2455"/>
            </a:br>
            <a:r>
              <a:rPr lang="en-US" sz="2455"/>
              <a:t>TA: Niloofar Borzooei 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2627745" y="6111425"/>
            <a:ext cx="37776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267650" y="1925225"/>
            <a:ext cx="50640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Conventional Walkie-Talkies:</a:t>
            </a:r>
            <a:endParaRPr sz="2800"/>
          </a:p>
          <a:p>
            <a:pPr indent="-349250" lvl="1" marL="742950" rtl="0" algn="l"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Require close, limited communication</a:t>
            </a:r>
            <a:endParaRPr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Not as effective for large area coordination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No network advantage </a:t>
            </a:r>
            <a:endParaRPr/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800"/>
              <a:t>Our Solution:</a:t>
            </a:r>
            <a:endParaRPr sz="280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/>
              <a:t>Mesh network to extend range and communication reliability</a:t>
            </a:r>
            <a:endParaRPr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68" name="Google Shape;68;p2"/>
          <p:cNvSpPr txBox="1"/>
          <p:nvPr/>
        </p:nvSpPr>
        <p:spPr>
          <a:xfrm>
            <a:off x="6204155" y="3185652"/>
            <a:ext cx="20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344" y="2264450"/>
            <a:ext cx="3505326" cy="35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 </a:t>
            </a:r>
            <a:endParaRPr/>
          </a:p>
        </p:txBody>
      </p:sp>
      <p:pic>
        <p:nvPicPr>
          <p:cNvPr id="75" name="Google Shape;7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50" y="2747000"/>
            <a:ext cx="3850225" cy="32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0800" y="1741583"/>
            <a:ext cx="4601700" cy="4879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Major Project Changes for 404 </a:t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1826175" y="1978000"/>
            <a:ext cx="5732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Team Changes: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Had a member drop during 403 (whose responsibilities were mainly audio/MCU hardware)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Members tasks were split amongst Junsu/Jaiah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Project Changes: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Launchpads vs custom PCB’s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Talk to sponsor about utilizing launchpads in final projects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Migrate from UART comm. to audio interface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</a:t>
            </a:r>
            <a:endParaRPr/>
          </a:p>
        </p:txBody>
      </p:sp>
      <p:pic>
        <p:nvPicPr>
          <p:cNvPr id="88" name="Google Shape;8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31958"/>
            <a:ext cx="8839200" cy="3123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Push-To-Talk/Audio Functionality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Jaiah </a:t>
            </a:r>
            <a:endParaRPr sz="2980"/>
          </a:p>
        </p:txBody>
      </p:sp>
      <p:graphicFrame>
        <p:nvGraphicFramePr>
          <p:cNvPr id="94" name="Google Shape;94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{11A87406-90BC-453F-8505-2E625A9E11B9}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Final demo - Push-To-Talk functionality/I2s audio echo still functional.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Ordered remaining parts needed: Antennas, microphones, speakers, LCD’s for 3 working sets of walkies.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Have LCD update across launchpads/verify mesh transmission.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Investigate audio transmission measurements i.e sample rate (8Khz min), bits per sample (8-bit min), and bitrate of transmission.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280396b278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0775" y="1754350"/>
            <a:ext cx="5220372" cy="362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280396b278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625" y="1654700"/>
            <a:ext cx="3119801" cy="4307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280396b278_0_1"/>
          <p:cNvPicPr preferRelativeResize="0"/>
          <p:nvPr/>
        </p:nvPicPr>
        <p:blipFill rotWithShape="1">
          <a:blip r:embed="rId5">
            <a:alphaModFix/>
          </a:blip>
          <a:srcRect b="8991" l="0" r="0" t="12062"/>
          <a:stretch/>
        </p:blipFill>
        <p:spPr>
          <a:xfrm>
            <a:off x="252361" y="1096170"/>
            <a:ext cx="3014174" cy="517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c20d54bbd_0_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Connection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Cole Cieslewicz</a:t>
            </a:r>
            <a:endParaRPr sz="2980"/>
          </a:p>
        </p:txBody>
      </p:sp>
      <p:graphicFrame>
        <p:nvGraphicFramePr>
          <p:cNvPr id="108" name="Google Shape;108;g32c20d54bbd_0_3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{11A87406-90BC-453F-8505-2E625A9E11B9}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I’ve made sure software is back up and running as expected (as I left it) from 403 demo.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I am going to identify how to migrate from UART text transmission to audio transmission with help of our AudioBoost add-ons and Jaiah’s sub-system.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9" name="Google Shape;109;g32c20d54bbd_0_3" title="Mesh Connectivity 20241114_23113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200" y="4552638"/>
            <a:ext cx="3572002" cy="200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2c20d54bbd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4744041"/>
            <a:ext cx="3879143" cy="1817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2c20d54bbd_0_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31321" y="4552650"/>
            <a:ext cx="548229" cy="564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c20d54bbd_0_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Junsu</a:t>
            </a:r>
            <a:endParaRPr sz="2980"/>
          </a:p>
        </p:txBody>
      </p:sp>
      <p:graphicFrame>
        <p:nvGraphicFramePr>
          <p:cNvPr id="117" name="Google Shape;117;g32c20d54bbd_0_9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{11A87406-90BC-453F-8505-2E625A9E11B9}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Finished PCB design for new converters.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Battery charging is still working from last semester.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Finish assembly and validation of new PCB.  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Junsu Yeo</a:t>
            </a:r>
            <a:endParaRPr sz="2980"/>
          </a:p>
        </p:txBody>
      </p:sp>
      <p:pic>
        <p:nvPicPr>
          <p:cNvPr id="123" name="Google Shape;12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300" y="2061952"/>
            <a:ext cx="6462197" cy="454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Parts Ordering Status</a:t>
            </a:r>
            <a:endParaRPr/>
          </a:p>
        </p:txBody>
      </p:sp>
      <p:graphicFrame>
        <p:nvGraphicFramePr>
          <p:cNvPr id="129" name="Google Shape;129;p8"/>
          <p:cNvGraphicFramePr/>
          <p:nvPr/>
        </p:nvGraphicFramePr>
        <p:xfrm>
          <a:off x="952500" y="187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{A31565F9-1273-4D76-885E-67D547F5BAE8}</a:tableStyleId>
              </a:tblPr>
              <a:tblGrid>
                <a:gridCol w="3619500"/>
                <a:gridCol w="3619500"/>
              </a:tblGrid>
              <a:tr h="40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New Power PCB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Ordered (Expected within this week)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All components for new PCB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Ordered (Expected within this week)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Speakers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Delivered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LCD’s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Delivered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Microphones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Delivered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915 MHz Radio Antennas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Delivered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 3200 AUDBOOST Audio Codec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Requesting from sponsor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4029600" y="125125"/>
            <a:ext cx="5114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 </a:t>
            </a:r>
            <a:endParaRPr/>
          </a:p>
        </p:txBody>
      </p:sp>
      <p:pic>
        <p:nvPicPr>
          <p:cNvPr id="135" name="Google Shape;13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" y="951125"/>
            <a:ext cx="8769498" cy="590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6000" y="1285875"/>
            <a:ext cx="1253274" cy="61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80396b278_2_0"/>
          <p:cNvSpPr txBox="1"/>
          <p:nvPr>
            <p:ph type="title"/>
          </p:nvPr>
        </p:nvSpPr>
        <p:spPr>
          <a:xfrm>
            <a:off x="4351625" y="205176"/>
            <a:ext cx="4512600" cy="595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Table</a:t>
            </a:r>
            <a:endParaRPr/>
          </a:p>
        </p:txBody>
      </p:sp>
      <p:pic>
        <p:nvPicPr>
          <p:cNvPr id="143" name="Google Shape;143;g3280396b278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75" y="1089444"/>
            <a:ext cx="9043651" cy="5684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457200" y="1608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Thank you!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